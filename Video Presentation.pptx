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75" r:id="rId5"/>
    <p:sldId id="270" r:id="rId6"/>
    <p:sldId id="259" r:id="rId7"/>
    <p:sldId id="261" r:id="rId8"/>
    <p:sldId id="262" r:id="rId9"/>
    <p:sldId id="263" r:id="rId10"/>
    <p:sldId id="265" r:id="rId11"/>
    <p:sldId id="271" r:id="rId12"/>
    <p:sldId id="272" r:id="rId13"/>
    <p:sldId id="273" r:id="rId14"/>
    <p:sldId id="274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5726" autoAdjust="0"/>
  </p:normalViewPr>
  <p:slideViewPr>
    <p:cSldViewPr>
      <p:cViewPr varScale="1">
        <p:scale>
          <a:sx n="92" d="100"/>
          <a:sy n="92" d="100"/>
        </p:scale>
        <p:origin x="106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5A5E99-E976-4550-8F80-53CC813F2F5A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dirty="0"/>
            <a:t>Open-source Operating System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/>
        <a:lstStyle/>
        <a:p>
          <a:endParaRPr lang="en-US"/>
        </a:p>
      </dgm:t>
    </dgm:pt>
    <dgm:pt modelId="{8877691F-1B60-4485-9174-DDEC7EE68B70}" type="sibTrans" cxnId="{D1A4D8E6-F04E-4AB1-8D0C-63DC7AB1E81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endParaRPr lang="en-US"/>
        </a:p>
      </dgm:t>
    </dgm:pt>
    <dgm:pt modelId="{8EC937D8-BD76-4A12-A3E5-900D5C1E2E05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 dirty="0"/>
            <a:t>Based on Unix</a:t>
          </a:r>
        </a:p>
      </dgm:t>
    </dgm:pt>
    <dgm:pt modelId="{8265EE85-9851-494E-A6D3-1CDACE947DF3}" type="parTrans" cxnId="{43DC8383-AEE5-490C-A8E5-1F216F2B8FE6}">
      <dgm:prSet/>
      <dgm:spPr/>
      <dgm:t>
        <a:bodyPr/>
        <a:lstStyle/>
        <a:p>
          <a:endParaRPr lang="en-US"/>
        </a:p>
      </dgm:t>
    </dgm:pt>
    <dgm:pt modelId="{B3EFD4A5-9FA1-4ABE-B722-05162509509B}" type="sibTrans" cxnId="{43DC8383-AEE5-490C-A8E5-1F216F2B8FE6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  <dgm:t>
        <a:bodyPr/>
        <a:lstStyle/>
        <a:p>
          <a:endParaRPr lang="en-US"/>
        </a:p>
      </dgm:t>
    </dgm:pt>
    <dgm:pt modelId="{C65589C4-7816-471D-A851-9B5F7A601F48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en-US"/>
            <a:t>Free and customizable</a:t>
          </a:r>
        </a:p>
      </dgm:t>
    </dgm:pt>
    <dgm:pt modelId="{016FBD99-046E-4D24-8B0D-9A84E8519B24}" type="parTrans" cxnId="{4001C611-7B93-4DC1-A5FD-287D93A2D7DA}">
      <dgm:prSet/>
      <dgm:spPr/>
      <dgm:t>
        <a:bodyPr/>
        <a:lstStyle/>
        <a:p>
          <a:endParaRPr lang="en-US"/>
        </a:p>
      </dgm:t>
    </dgm:pt>
    <dgm:pt modelId="{5288A897-038F-497D-A3C3-4E859FDC7E4E}" type="sibTrans" cxnId="{4001C611-7B93-4DC1-A5FD-287D93A2D7DA}">
      <dgm:prSet/>
      <dgm:spPr/>
      <dgm:t>
        <a:bodyPr/>
        <a:lstStyle/>
        <a:p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ADF452D2-73E4-4151-91B3-2DD6C3B36FFC}" type="pres">
      <dgm:prSet presAssocID="{CD7942A0-B7D2-4B14-8FEA-55FC702F5BE7}" presName="ThreeNodes_1" presStyleLbl="node1" presStyleIdx="0" presStyleCnt="3">
        <dgm:presLayoutVars>
          <dgm:bulletEnabled val="1"/>
        </dgm:presLayoutVars>
      </dgm:prSet>
      <dgm:spPr/>
    </dgm:pt>
    <dgm:pt modelId="{BB9FDE2E-DDF8-456B-B0AF-98C3B73D0593}" type="pres">
      <dgm:prSet presAssocID="{CD7942A0-B7D2-4B14-8FEA-55FC702F5BE7}" presName="ThreeNodes_2" presStyleLbl="node1" presStyleIdx="1" presStyleCnt="3">
        <dgm:presLayoutVars>
          <dgm:bulletEnabled val="1"/>
        </dgm:presLayoutVars>
      </dgm:prSet>
      <dgm:spPr/>
    </dgm:pt>
    <dgm:pt modelId="{22F70C95-AFFC-49DC-A0DF-DB29366DB6F8}" type="pres">
      <dgm:prSet presAssocID="{CD7942A0-B7D2-4B14-8FEA-55FC702F5BE7}" presName="ThreeNodes_3" presStyleLbl="node1" presStyleIdx="2" presStyleCnt="3">
        <dgm:presLayoutVars>
          <dgm:bulletEnabled val="1"/>
        </dgm:presLayoutVars>
      </dgm:prSet>
      <dgm:spPr/>
    </dgm:pt>
    <dgm:pt modelId="{7BB2FC69-B7CA-4A4E-A0E1-584F524E6B12}" type="pres">
      <dgm:prSet presAssocID="{CD7942A0-B7D2-4B14-8FEA-55FC702F5BE7}" presName="ThreeConn_1-2" presStyleLbl="fgAccFollowNode1" presStyleIdx="0" presStyleCnt="2">
        <dgm:presLayoutVars>
          <dgm:bulletEnabled val="1"/>
        </dgm:presLayoutVars>
      </dgm:prSet>
      <dgm:spPr/>
    </dgm:pt>
    <dgm:pt modelId="{4405A1AE-4288-466E-9922-570C09C148E0}" type="pres">
      <dgm:prSet presAssocID="{CD7942A0-B7D2-4B14-8FEA-55FC702F5BE7}" presName="ThreeConn_2-3" presStyleLbl="fgAccFollowNode1" presStyleIdx="1" presStyleCnt="2">
        <dgm:presLayoutVars>
          <dgm:bulletEnabled val="1"/>
        </dgm:presLayoutVars>
      </dgm:prSet>
      <dgm:spPr/>
    </dgm:pt>
    <dgm:pt modelId="{B2634B02-3BE3-4A27-85B7-94F99ACA2877}" type="pres">
      <dgm:prSet presAssocID="{CD7942A0-B7D2-4B14-8FEA-55FC702F5BE7}" presName="ThreeNodes_1_text" presStyleLbl="node1" presStyleIdx="2" presStyleCnt="3">
        <dgm:presLayoutVars>
          <dgm:bulletEnabled val="1"/>
        </dgm:presLayoutVars>
      </dgm:prSet>
      <dgm:spPr/>
    </dgm:pt>
    <dgm:pt modelId="{CB8E6ED9-74E8-4266-AE4B-994B764B69FA}" type="pres">
      <dgm:prSet presAssocID="{CD7942A0-B7D2-4B14-8FEA-55FC702F5BE7}" presName="ThreeNodes_2_text" presStyleLbl="node1" presStyleIdx="2" presStyleCnt="3">
        <dgm:presLayoutVars>
          <dgm:bulletEnabled val="1"/>
        </dgm:presLayoutVars>
      </dgm:prSet>
      <dgm:spPr/>
    </dgm:pt>
    <dgm:pt modelId="{6BF1ED4E-C48C-403D-93DC-7A70EF62A1B8}" type="pres">
      <dgm:prSet presAssocID="{CD7942A0-B7D2-4B14-8FEA-55FC702F5B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001C611-7B93-4DC1-A5FD-287D93A2D7DA}" srcId="{CD7942A0-B7D2-4B14-8FEA-55FC702F5BE7}" destId="{C65589C4-7816-471D-A851-9B5F7A601F48}" srcOrd="2" destOrd="0" parTransId="{016FBD99-046E-4D24-8B0D-9A84E8519B24}" sibTransId="{5288A897-038F-497D-A3C3-4E859FDC7E4E}"/>
    <dgm:cxn modelId="{66C5B525-6C09-4E7E-8B37-A6AF1B11EA33}" type="presOf" srcId="{C65589C4-7816-471D-A851-9B5F7A601F48}" destId="{22F70C95-AFFC-49DC-A0DF-DB29366DB6F8}" srcOrd="0" destOrd="0" presId="urn:microsoft.com/office/officeart/2005/8/layout/vProcess5"/>
    <dgm:cxn modelId="{F9BE7A6F-1160-4B6B-98BB-D075522580CA}" type="presOf" srcId="{8EC937D8-BD76-4A12-A3E5-900D5C1E2E05}" destId="{CB8E6ED9-74E8-4266-AE4B-994B764B69FA}" srcOrd="1" destOrd="0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133A5E8D-5376-488B-BA1E-978D0C95CA76}" type="presOf" srcId="{095A5E99-E976-4550-8F80-53CC813F2F5A}" destId="{B2634B02-3BE3-4A27-85B7-94F99ACA2877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118736A5-2666-4356-97D2-547F3562509B}" type="presOf" srcId="{B3EFD4A5-9FA1-4ABE-B722-05162509509B}" destId="{4405A1AE-4288-466E-9922-570C09C148E0}" srcOrd="0" destOrd="0" presId="urn:microsoft.com/office/officeart/2005/8/layout/vProcess5"/>
    <dgm:cxn modelId="{8E2BA8B1-36AB-4CA0-8A30-881574270973}" type="presOf" srcId="{C65589C4-7816-471D-A851-9B5F7A601F48}" destId="{6BF1ED4E-C48C-403D-93DC-7A70EF62A1B8}" srcOrd="1" destOrd="0" presId="urn:microsoft.com/office/officeart/2005/8/layout/vProcess5"/>
    <dgm:cxn modelId="{B773D0B6-00D8-47EA-8EAC-50FBAD4272E1}" type="presOf" srcId="{8877691F-1B60-4485-9174-DDEC7EE68B70}" destId="{7BB2FC69-B7CA-4A4E-A0E1-584F524E6B12}" srcOrd="0" destOrd="0" presId="urn:microsoft.com/office/officeart/2005/8/layout/vProcess5"/>
    <dgm:cxn modelId="{613267D4-79CF-4084-8059-B783D25EBA8B}" type="presOf" srcId="{8EC937D8-BD76-4A12-A3E5-900D5C1E2E05}" destId="{BB9FDE2E-DDF8-456B-B0AF-98C3B73D0593}" srcOrd="0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87FAE4F0-73C4-4655-8A55-BE723BFDB24A}" type="presOf" srcId="{095A5E99-E976-4550-8F80-53CC813F2F5A}" destId="{ADF452D2-73E4-4151-91B3-2DD6C3B36FFC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97CC3EFC-DFFE-4D9C-B34A-9FE2E214ABA2}" type="presParOf" srcId="{1D84D8B6-AB32-4491-B5D2-EFE3D7668B88}" destId="{ADF452D2-73E4-4151-91B3-2DD6C3B36FFC}" srcOrd="1" destOrd="0" presId="urn:microsoft.com/office/officeart/2005/8/layout/vProcess5"/>
    <dgm:cxn modelId="{AD71DE64-750E-4951-8338-5DD487A30281}" type="presParOf" srcId="{1D84D8B6-AB32-4491-B5D2-EFE3D7668B88}" destId="{BB9FDE2E-DDF8-456B-B0AF-98C3B73D0593}" srcOrd="2" destOrd="0" presId="urn:microsoft.com/office/officeart/2005/8/layout/vProcess5"/>
    <dgm:cxn modelId="{AD7EB8C9-1FD8-45B3-96B7-BA32547D95B4}" type="presParOf" srcId="{1D84D8B6-AB32-4491-B5D2-EFE3D7668B88}" destId="{22F70C95-AFFC-49DC-A0DF-DB29366DB6F8}" srcOrd="3" destOrd="0" presId="urn:microsoft.com/office/officeart/2005/8/layout/vProcess5"/>
    <dgm:cxn modelId="{644D128D-8A3F-4EAE-9EBE-6F2F35C44C71}" type="presParOf" srcId="{1D84D8B6-AB32-4491-B5D2-EFE3D7668B88}" destId="{7BB2FC69-B7CA-4A4E-A0E1-584F524E6B12}" srcOrd="4" destOrd="0" presId="urn:microsoft.com/office/officeart/2005/8/layout/vProcess5"/>
    <dgm:cxn modelId="{0FD8C162-9E86-4CF6-9594-C160B2FF33EA}" type="presParOf" srcId="{1D84D8B6-AB32-4491-B5D2-EFE3D7668B88}" destId="{4405A1AE-4288-466E-9922-570C09C148E0}" srcOrd="5" destOrd="0" presId="urn:microsoft.com/office/officeart/2005/8/layout/vProcess5"/>
    <dgm:cxn modelId="{67193A66-B3AA-43B3-8495-2D43F0ED471C}" type="presParOf" srcId="{1D84D8B6-AB32-4491-B5D2-EFE3D7668B88}" destId="{B2634B02-3BE3-4A27-85B7-94F99ACA2877}" srcOrd="6" destOrd="0" presId="urn:microsoft.com/office/officeart/2005/8/layout/vProcess5"/>
    <dgm:cxn modelId="{9C324851-FBBB-4D1C-977F-B11E1230624D}" type="presParOf" srcId="{1D84D8B6-AB32-4491-B5D2-EFE3D7668B88}" destId="{CB8E6ED9-74E8-4266-AE4B-994B764B69FA}" srcOrd="7" destOrd="0" presId="urn:microsoft.com/office/officeart/2005/8/layout/vProcess5"/>
    <dgm:cxn modelId="{27129385-02A5-4692-B199-5EA47ACAB977}" type="presParOf" srcId="{1D84D8B6-AB32-4491-B5D2-EFE3D7668B88}" destId="{6BF1ED4E-C48C-403D-93DC-7A70EF62A1B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452D2-73E4-4151-91B3-2DD6C3B36FFC}">
      <dsp:nvSpPr>
        <dsp:cNvPr id="0" name=""/>
        <dsp:cNvSpPr/>
      </dsp:nvSpPr>
      <dsp:spPr>
        <a:xfrm>
          <a:off x="0" y="0"/>
          <a:ext cx="7319010" cy="13396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20000"/>
                <a:satMod val="180000"/>
                <a:lumMod val="98000"/>
              </a:schemeClr>
            </a:gs>
            <a:gs pos="40000">
              <a:schemeClr val="accent1">
                <a:tint val="30000"/>
                <a:satMod val="260000"/>
                <a:lumMod val="84000"/>
              </a:schemeClr>
            </a:gs>
            <a:gs pos="100000">
              <a:schemeClr val="accent1">
                <a:tint val="100000"/>
                <a:satMod val="110000"/>
              </a:schemeClr>
            </a:gs>
          </a:gsLst>
          <a:lin ang="5040000" scaled="1"/>
        </a:gradFill>
        <a:ln w="9525" cap="flat" cmpd="sng" algn="ctr">
          <a:solidFill>
            <a:schemeClr val="accent1"/>
          </a:solidFill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Open-source Operating System</a:t>
          </a:r>
        </a:p>
      </dsp:txBody>
      <dsp:txXfrm>
        <a:off x="39238" y="39238"/>
        <a:ext cx="5873379" cy="1261215"/>
      </dsp:txXfrm>
    </dsp:sp>
    <dsp:sp modelId="{BB9FDE2E-DDF8-456B-B0AF-98C3B73D0593}">
      <dsp:nvSpPr>
        <dsp:cNvPr id="0" name=""/>
        <dsp:cNvSpPr/>
      </dsp:nvSpPr>
      <dsp:spPr>
        <a:xfrm>
          <a:off x="645794" y="1562972"/>
          <a:ext cx="7319010" cy="13396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20000"/>
                <a:satMod val="180000"/>
                <a:lumMod val="98000"/>
              </a:schemeClr>
            </a:gs>
            <a:gs pos="40000">
              <a:schemeClr val="accent1">
                <a:tint val="30000"/>
                <a:satMod val="260000"/>
                <a:lumMod val="84000"/>
              </a:schemeClr>
            </a:gs>
            <a:gs pos="100000">
              <a:schemeClr val="accent1">
                <a:tint val="100000"/>
                <a:satMod val="110000"/>
              </a:schemeClr>
            </a:gs>
          </a:gsLst>
          <a:lin ang="5040000" scaled="1"/>
        </a:gradFill>
        <a:ln w="9525" cap="flat" cmpd="sng" algn="ctr">
          <a:solidFill>
            <a:schemeClr val="accent1"/>
          </a:solidFill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Based on Unix</a:t>
          </a:r>
        </a:p>
      </dsp:txBody>
      <dsp:txXfrm>
        <a:off x="685032" y="1602210"/>
        <a:ext cx="5723939" cy="1261215"/>
      </dsp:txXfrm>
    </dsp:sp>
    <dsp:sp modelId="{22F70C95-AFFC-49DC-A0DF-DB29366DB6F8}">
      <dsp:nvSpPr>
        <dsp:cNvPr id="0" name=""/>
        <dsp:cNvSpPr/>
      </dsp:nvSpPr>
      <dsp:spPr>
        <a:xfrm>
          <a:off x="1291589" y="3125945"/>
          <a:ext cx="7319010" cy="13396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20000"/>
                <a:satMod val="180000"/>
                <a:lumMod val="98000"/>
              </a:schemeClr>
            </a:gs>
            <a:gs pos="40000">
              <a:schemeClr val="accent1">
                <a:tint val="30000"/>
                <a:satMod val="260000"/>
                <a:lumMod val="84000"/>
              </a:schemeClr>
            </a:gs>
            <a:gs pos="100000">
              <a:schemeClr val="accent1">
                <a:tint val="100000"/>
                <a:satMod val="110000"/>
              </a:schemeClr>
            </a:gs>
          </a:gsLst>
          <a:lin ang="5040000" scaled="1"/>
        </a:gradFill>
        <a:ln w="9525" cap="flat" cmpd="sng" algn="ctr">
          <a:solidFill>
            <a:schemeClr val="accent1"/>
          </a:solidFill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Free and customizable</a:t>
          </a:r>
        </a:p>
      </dsp:txBody>
      <dsp:txXfrm>
        <a:off x="1330827" y="3165183"/>
        <a:ext cx="5723939" cy="1261215"/>
      </dsp:txXfrm>
    </dsp:sp>
    <dsp:sp modelId="{7BB2FC69-B7CA-4A4E-A0E1-584F524E6B12}">
      <dsp:nvSpPr>
        <dsp:cNvPr id="0" name=""/>
        <dsp:cNvSpPr/>
      </dsp:nvSpPr>
      <dsp:spPr>
        <a:xfrm>
          <a:off x="6448210" y="1015932"/>
          <a:ext cx="870799" cy="870799"/>
        </a:xfrm>
        <a:prstGeom prst="downArrow">
          <a:avLst>
            <a:gd name="adj1" fmla="val 55000"/>
            <a:gd name="adj2" fmla="val 45000"/>
          </a:avLst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644140" y="1015932"/>
        <a:ext cx="478939" cy="655276"/>
      </dsp:txXfrm>
    </dsp:sp>
    <dsp:sp modelId="{4405A1AE-4288-466E-9922-570C09C148E0}">
      <dsp:nvSpPr>
        <dsp:cNvPr id="0" name=""/>
        <dsp:cNvSpPr/>
      </dsp:nvSpPr>
      <dsp:spPr>
        <a:xfrm>
          <a:off x="7094005" y="2569974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89935" y="2569974"/>
        <a:ext cx="478939" cy="65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CF838-25DA-B154-24CD-3479A333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12" y="681958"/>
            <a:ext cx="1609725" cy="14287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DDD930-ACD5-2094-38F7-C0B517DFE08D}"/>
              </a:ext>
            </a:extLst>
          </p:cNvPr>
          <p:cNvSpPr/>
          <p:nvPr/>
        </p:nvSpPr>
        <p:spPr>
          <a:xfrm>
            <a:off x="1071576" y="3962400"/>
            <a:ext cx="5022836" cy="25464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Presented By :</a:t>
            </a:r>
          </a:p>
          <a:p>
            <a:r>
              <a:rPr lang="en-US" sz="2800" dirty="0"/>
              <a:t>Limon Hasan</a:t>
            </a:r>
          </a:p>
          <a:p>
            <a:r>
              <a:rPr lang="en-US" sz="2800" dirty="0"/>
              <a:t>ID: IT-24041</a:t>
            </a:r>
          </a:p>
          <a:p>
            <a:r>
              <a:rPr lang="en-US" sz="2800" dirty="0"/>
              <a:t>Department of Information and Communication Technology ,</a:t>
            </a:r>
          </a:p>
          <a:p>
            <a:r>
              <a:rPr lang="en-US" sz="2800" dirty="0"/>
              <a:t>MBSTU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5CD153-11C4-2901-1254-B758C74A3E03}"/>
              </a:ext>
            </a:extLst>
          </p:cNvPr>
          <p:cNvSpPr/>
          <p:nvPr/>
        </p:nvSpPr>
        <p:spPr>
          <a:xfrm>
            <a:off x="3424230" y="2371535"/>
            <a:ext cx="5562600" cy="13716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Presentation Topic : Linux</a:t>
            </a:r>
          </a:p>
          <a:p>
            <a:r>
              <a:rPr lang="en-US" sz="2800" dirty="0"/>
              <a:t>Course Title : Operating System </a:t>
            </a:r>
          </a:p>
          <a:p>
            <a:r>
              <a:rPr lang="en-US" sz="2800" dirty="0"/>
              <a:t>Course Code : ICT-2201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8E8D10-0295-0F3C-AE99-C6B635CC40F6}"/>
              </a:ext>
            </a:extLst>
          </p:cNvPr>
          <p:cNvSpPr/>
          <p:nvPr/>
        </p:nvSpPr>
        <p:spPr>
          <a:xfrm>
            <a:off x="6475412" y="3962399"/>
            <a:ext cx="5022836" cy="25464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Supervised By :</a:t>
            </a:r>
          </a:p>
          <a:p>
            <a:r>
              <a:rPr lang="en-US" sz="2800" dirty="0"/>
              <a:t>Dr. Nazrul Islam</a:t>
            </a:r>
          </a:p>
          <a:p>
            <a:r>
              <a:rPr lang="en-US" sz="2800" dirty="0"/>
              <a:t>Associate Professor,</a:t>
            </a:r>
          </a:p>
          <a:p>
            <a:r>
              <a:rPr lang="en-US" sz="2800" dirty="0"/>
              <a:t>Department of Information and Communication Technology ,</a:t>
            </a:r>
          </a:p>
          <a:p>
            <a:r>
              <a:rPr lang="en-US" sz="2800" dirty="0"/>
              <a:t>MBSTU</a:t>
            </a:r>
          </a:p>
        </p:txBody>
      </p:sp>
    </p:spTree>
    <p:extLst>
      <p:ext uri="{BB962C8B-B14F-4D97-AF65-F5344CB8AC3E}">
        <p14:creationId xmlns:p14="http://schemas.microsoft.com/office/powerpoint/2010/main" val="243449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126">
        <p:fade/>
      </p:transition>
    </mc:Choice>
    <mc:Fallback xmlns="">
      <p:transition spd="med" advTm="912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3884929" cy="12239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What is Linux?</a:t>
            </a:r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1707773"/>
              </p:ext>
            </p:extLst>
          </p:nvPr>
        </p:nvGraphicFramePr>
        <p:xfrm>
          <a:off x="1979612" y="1905000"/>
          <a:ext cx="8610600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6F25EB5B-181B-5CE9-5176-77EC5FA9D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2" y="685800"/>
            <a:ext cx="814537" cy="9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exagon 11">
            <a:extLst>
              <a:ext uri="{FF2B5EF4-FFF2-40B4-BE49-F238E27FC236}">
                <a16:creationId xmlns:a16="http://schemas.microsoft.com/office/drawing/2014/main" id="{892D1A68-3C04-4341-972F-2DFE149B0D7E}"/>
              </a:ext>
            </a:extLst>
          </p:cNvPr>
          <p:cNvSpPr/>
          <p:nvPr/>
        </p:nvSpPr>
        <p:spPr>
          <a:xfrm>
            <a:off x="1489247" y="1752600"/>
            <a:ext cx="2209800" cy="1981200"/>
          </a:xfrm>
          <a:prstGeom prst="hexag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Created by Linus Torvalds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8C1D9E63-3A30-8BCF-945D-7EBF866DB614}"/>
              </a:ext>
            </a:extLst>
          </p:cNvPr>
          <p:cNvSpPr/>
          <p:nvPr/>
        </p:nvSpPr>
        <p:spPr>
          <a:xfrm>
            <a:off x="7384879" y="1676400"/>
            <a:ext cx="2209800" cy="1981200"/>
          </a:xfrm>
          <a:prstGeom prst="hexag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Year: 1991</a:t>
            </a: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1AD0D9C5-5F2E-F53D-BF4B-C8CE8B17CB9D}"/>
              </a:ext>
            </a:extLst>
          </p:cNvPr>
          <p:cNvSpPr/>
          <p:nvPr/>
        </p:nvSpPr>
        <p:spPr>
          <a:xfrm>
            <a:off x="4392713" y="4395013"/>
            <a:ext cx="2209800" cy="1981200"/>
          </a:xfrm>
          <a:prstGeom prst="hexag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Started as a small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20CD1-2478-656A-7D96-B260F921F347}"/>
              </a:ext>
            </a:extLst>
          </p:cNvPr>
          <p:cNvSpPr/>
          <p:nvPr/>
        </p:nvSpPr>
        <p:spPr>
          <a:xfrm>
            <a:off x="1979612" y="685800"/>
            <a:ext cx="4495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History of Linux: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0C8D03-8976-6CDD-B00B-EA29432EA28D}"/>
              </a:ext>
            </a:extLst>
          </p:cNvPr>
          <p:cNvSpPr/>
          <p:nvPr/>
        </p:nvSpPr>
        <p:spPr>
          <a:xfrm>
            <a:off x="6694146" y="2281361"/>
            <a:ext cx="838200" cy="7620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F9BDA10-308E-F7D2-C2A0-25E716AF2F3A}"/>
              </a:ext>
            </a:extLst>
          </p:cNvPr>
          <p:cNvSpPr/>
          <p:nvPr/>
        </p:nvSpPr>
        <p:spPr>
          <a:xfrm rot="10800000">
            <a:off x="3462880" y="2362200"/>
            <a:ext cx="838200" cy="762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D8096-1F39-D582-BECE-4AA72AD36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080" y="1694952"/>
            <a:ext cx="2393066" cy="193481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37CD4FA-A2B8-A4C2-8FA8-16EB54904261}"/>
              </a:ext>
            </a:extLst>
          </p:cNvPr>
          <p:cNvSpPr/>
          <p:nvPr/>
        </p:nvSpPr>
        <p:spPr>
          <a:xfrm rot="5400000">
            <a:off x="5078513" y="3695700"/>
            <a:ext cx="838200" cy="762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amond 15">
            <a:extLst>
              <a:ext uri="{FF2B5EF4-FFF2-40B4-BE49-F238E27FC236}">
                <a16:creationId xmlns:a16="http://schemas.microsoft.com/office/drawing/2014/main" id="{AB9EB922-7E36-B465-56A1-238B281AE738}"/>
              </a:ext>
            </a:extLst>
          </p:cNvPr>
          <p:cNvSpPr/>
          <p:nvPr/>
        </p:nvSpPr>
        <p:spPr>
          <a:xfrm>
            <a:off x="980135" y="1649730"/>
            <a:ext cx="2784676" cy="2559989"/>
          </a:xfrm>
          <a:prstGeom prst="diamond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Multi-user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AA1FC021-BDC7-3385-2242-CD5E2F98722E}"/>
              </a:ext>
            </a:extLst>
          </p:cNvPr>
          <p:cNvSpPr/>
          <p:nvPr/>
        </p:nvSpPr>
        <p:spPr>
          <a:xfrm>
            <a:off x="4569182" y="1692717"/>
            <a:ext cx="2784676" cy="2559989"/>
          </a:xfrm>
          <a:prstGeom prst="diamond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High security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1AE2D2A2-800A-9E79-6D6A-12C56758A888}"/>
              </a:ext>
            </a:extLst>
          </p:cNvPr>
          <p:cNvSpPr/>
          <p:nvPr/>
        </p:nvSpPr>
        <p:spPr>
          <a:xfrm>
            <a:off x="6160394" y="3200400"/>
            <a:ext cx="2784676" cy="2559989"/>
          </a:xfrm>
          <a:prstGeom prst="diamond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Stable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04ABBF-F2FC-0481-FFFC-1ECF4EFA647B}"/>
              </a:ext>
            </a:extLst>
          </p:cNvPr>
          <p:cNvSpPr/>
          <p:nvPr/>
        </p:nvSpPr>
        <p:spPr>
          <a:xfrm>
            <a:off x="1751012" y="533400"/>
            <a:ext cx="44958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Features  of Linux: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44513AFE-0221-8CEA-0817-2F08A333B41F}"/>
              </a:ext>
            </a:extLst>
          </p:cNvPr>
          <p:cNvSpPr/>
          <p:nvPr/>
        </p:nvSpPr>
        <p:spPr>
          <a:xfrm>
            <a:off x="2779097" y="3065228"/>
            <a:ext cx="2784676" cy="2559989"/>
          </a:xfrm>
          <a:prstGeom prst="diamond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Multi-tasking</a:t>
            </a:r>
          </a:p>
          <a:p>
            <a:pPr algn="ctr"/>
            <a:endParaRPr lang="en-US" sz="2800" dirty="0"/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18C6E60F-3D28-E78E-A225-85BC9AF01895}"/>
              </a:ext>
            </a:extLst>
          </p:cNvPr>
          <p:cNvSpPr/>
          <p:nvPr/>
        </p:nvSpPr>
        <p:spPr>
          <a:xfrm>
            <a:off x="7751605" y="1692717"/>
            <a:ext cx="2784676" cy="2559989"/>
          </a:xfrm>
          <a:prstGeom prst="diamond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Open-source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val 52">
            <a:extLst>
              <a:ext uri="{FF2B5EF4-FFF2-40B4-BE49-F238E27FC236}">
                <a16:creationId xmlns:a16="http://schemas.microsoft.com/office/drawing/2014/main" id="{71EC7B1D-B0BC-6AF9-F2CA-47CB3129F76D}"/>
              </a:ext>
            </a:extLst>
          </p:cNvPr>
          <p:cNvSpPr/>
          <p:nvPr/>
        </p:nvSpPr>
        <p:spPr>
          <a:xfrm>
            <a:off x="1308455" y="2610504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Debian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16A088A-D939-AA25-B522-71288527F47A}"/>
              </a:ext>
            </a:extLst>
          </p:cNvPr>
          <p:cNvSpPr/>
          <p:nvPr/>
        </p:nvSpPr>
        <p:spPr>
          <a:xfrm>
            <a:off x="4704778" y="5340669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Red Hat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DED0191-BE41-DCD7-A6E3-5D1AB60B7248}"/>
              </a:ext>
            </a:extLst>
          </p:cNvPr>
          <p:cNvSpPr/>
          <p:nvPr/>
        </p:nvSpPr>
        <p:spPr>
          <a:xfrm>
            <a:off x="2321515" y="4594195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Fedora</a:t>
            </a:r>
            <a:endParaRPr lang="en-US" sz="28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9249394-D0E2-7F3F-2448-83AD70140A95}"/>
              </a:ext>
            </a:extLst>
          </p:cNvPr>
          <p:cNvSpPr/>
          <p:nvPr/>
        </p:nvSpPr>
        <p:spPr>
          <a:xfrm>
            <a:off x="7227179" y="4632629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Arch Linux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B36755C-66EF-9A2C-2F80-30986A93A671}"/>
              </a:ext>
            </a:extLst>
          </p:cNvPr>
          <p:cNvSpPr/>
          <p:nvPr/>
        </p:nvSpPr>
        <p:spPr>
          <a:xfrm>
            <a:off x="8106310" y="2515862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Kali Linux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47A568A-2443-2351-7A9F-8837EA93E6B6}"/>
              </a:ext>
            </a:extLst>
          </p:cNvPr>
          <p:cNvSpPr/>
          <p:nvPr/>
        </p:nvSpPr>
        <p:spPr>
          <a:xfrm>
            <a:off x="3933220" y="1856578"/>
            <a:ext cx="3729756" cy="291680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Linux Distributions</a:t>
            </a: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FC6A4EE8-F93F-78FD-46E9-A23ACE17FFDD}"/>
              </a:ext>
            </a:extLst>
          </p:cNvPr>
          <p:cNvSpPr/>
          <p:nvPr/>
        </p:nvSpPr>
        <p:spPr>
          <a:xfrm rot="8100000">
            <a:off x="3846250" y="4202364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0B679CA4-4E26-89F5-F7D8-A808F905CE0F}"/>
              </a:ext>
            </a:extLst>
          </p:cNvPr>
          <p:cNvSpPr/>
          <p:nvPr/>
        </p:nvSpPr>
        <p:spPr>
          <a:xfrm rot="2700000">
            <a:off x="6889082" y="4250345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02BD0DDA-49C4-095B-B25B-F6BD79B72567}"/>
              </a:ext>
            </a:extLst>
          </p:cNvPr>
          <p:cNvSpPr/>
          <p:nvPr/>
        </p:nvSpPr>
        <p:spPr>
          <a:xfrm rot="5400000">
            <a:off x="5263469" y="4645087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F5110F48-87C9-EAB7-2EBA-5B0EF8A89342}"/>
              </a:ext>
            </a:extLst>
          </p:cNvPr>
          <p:cNvSpPr/>
          <p:nvPr/>
        </p:nvSpPr>
        <p:spPr>
          <a:xfrm rot="10800000">
            <a:off x="3196239" y="2864955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79EA621-2A40-AA62-FEF0-638883433DED}"/>
              </a:ext>
            </a:extLst>
          </p:cNvPr>
          <p:cNvSpPr/>
          <p:nvPr/>
        </p:nvSpPr>
        <p:spPr>
          <a:xfrm>
            <a:off x="7408102" y="2809572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162BA1D-D178-E0C6-7B01-71677D87B1D6}"/>
              </a:ext>
            </a:extLst>
          </p:cNvPr>
          <p:cNvSpPr/>
          <p:nvPr/>
        </p:nvSpPr>
        <p:spPr>
          <a:xfrm>
            <a:off x="2056424" y="775704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Ubuntu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C7FDC61-0CF4-6957-0BE2-FD03858D4978}"/>
              </a:ext>
            </a:extLst>
          </p:cNvPr>
          <p:cNvSpPr/>
          <p:nvPr/>
        </p:nvSpPr>
        <p:spPr>
          <a:xfrm>
            <a:off x="7227179" y="692805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Linux Mint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A348943E-0D44-3F29-63B8-6A641F208662}"/>
              </a:ext>
            </a:extLst>
          </p:cNvPr>
          <p:cNvSpPr/>
          <p:nvPr/>
        </p:nvSpPr>
        <p:spPr>
          <a:xfrm rot="13500000">
            <a:off x="3728142" y="1636618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1ED04249-C7A1-7EA8-82D6-1640FA22D613}"/>
              </a:ext>
            </a:extLst>
          </p:cNvPr>
          <p:cNvSpPr/>
          <p:nvPr/>
        </p:nvSpPr>
        <p:spPr>
          <a:xfrm rot="18900000">
            <a:off x="6915411" y="1621047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B1C084A-4FB4-85F3-8D54-8339C1902948}"/>
              </a:ext>
            </a:extLst>
          </p:cNvPr>
          <p:cNvSpPr/>
          <p:nvPr/>
        </p:nvSpPr>
        <p:spPr>
          <a:xfrm>
            <a:off x="4720777" y="6688"/>
            <a:ext cx="2057400" cy="1295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CentOS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38DCB019-1EC7-BA40-CAC2-EC3A1728305A}"/>
              </a:ext>
            </a:extLst>
          </p:cNvPr>
          <p:cNvSpPr/>
          <p:nvPr/>
        </p:nvSpPr>
        <p:spPr>
          <a:xfrm rot="16200000">
            <a:off x="5241596" y="1240887"/>
            <a:ext cx="908736" cy="76456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3B565-FCF7-07ED-14C8-2D0D9B0CF5F8}"/>
              </a:ext>
            </a:extLst>
          </p:cNvPr>
          <p:cNvSpPr/>
          <p:nvPr/>
        </p:nvSpPr>
        <p:spPr>
          <a:xfrm>
            <a:off x="1141412" y="381000"/>
            <a:ext cx="6324600" cy="10668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Basic Linux Commands 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067274-DD29-B806-7EAA-EBE211C3A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380522"/>
              </p:ext>
            </p:extLst>
          </p:nvPr>
        </p:nvGraphicFramePr>
        <p:xfrm>
          <a:off x="2132012" y="1981200"/>
          <a:ext cx="7543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506">
                  <a:extLst>
                    <a:ext uri="{9D8B030D-6E8A-4147-A177-3AD203B41FA5}">
                      <a16:colId xmlns:a16="http://schemas.microsoft.com/office/drawing/2014/main" val="2365276836"/>
                    </a:ext>
                  </a:extLst>
                </a:gridCol>
                <a:gridCol w="4636294">
                  <a:extLst>
                    <a:ext uri="{9D8B030D-6E8A-4147-A177-3AD203B41FA5}">
                      <a16:colId xmlns:a16="http://schemas.microsoft.com/office/drawing/2014/main" val="60332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41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whoami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user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39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machine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08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pwd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the current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0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files in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545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92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mkdir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 new folder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0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 new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75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7BE656-E3E9-293E-44F1-F055EB087FA1}"/>
              </a:ext>
            </a:extLst>
          </p:cNvPr>
          <p:cNvSpPr/>
          <p:nvPr/>
        </p:nvSpPr>
        <p:spPr>
          <a:xfrm>
            <a:off x="1141412" y="381000"/>
            <a:ext cx="6324600" cy="10668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Basic Linux Commands 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6BC9FE-DA42-A246-37ED-B1CA669A2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994307"/>
              </p:ext>
            </p:extLst>
          </p:nvPr>
        </p:nvGraphicFramePr>
        <p:xfrm>
          <a:off x="1522412" y="1828800"/>
          <a:ext cx="812588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876580184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3137729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it does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75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or rename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10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86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Delete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372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file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76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Clear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67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cd 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9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434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5642AF9D-7805-BC2D-4DB1-34C504D1F54B}"/>
              </a:ext>
            </a:extLst>
          </p:cNvPr>
          <p:cNvSpPr/>
          <p:nvPr/>
        </p:nvSpPr>
        <p:spPr>
          <a:xfrm>
            <a:off x="3374421" y="5445972"/>
            <a:ext cx="4727309" cy="9906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Widely used in servers</a:t>
            </a:r>
          </a:p>
        </p:txBody>
      </p:sp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B14419D6-AAF8-8DC7-239E-D264C66F4F71}"/>
              </a:ext>
            </a:extLst>
          </p:cNvPr>
          <p:cNvSpPr/>
          <p:nvPr/>
        </p:nvSpPr>
        <p:spPr>
          <a:xfrm>
            <a:off x="3348296" y="1451639"/>
            <a:ext cx="4727313" cy="9906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Free to use</a:t>
            </a:r>
          </a:p>
        </p:txBody>
      </p:sp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44AE7F73-ED46-6C4B-5B77-4CEDFB8FE72D}"/>
              </a:ext>
            </a:extLst>
          </p:cNvPr>
          <p:cNvSpPr/>
          <p:nvPr/>
        </p:nvSpPr>
        <p:spPr>
          <a:xfrm>
            <a:off x="3348298" y="2385146"/>
            <a:ext cx="4727312" cy="9906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Secure from viruses</a:t>
            </a:r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24BC4C7F-56D0-E8D1-ACEF-80FC1033F1EC}"/>
              </a:ext>
            </a:extLst>
          </p:cNvPr>
          <p:cNvSpPr/>
          <p:nvPr/>
        </p:nvSpPr>
        <p:spPr>
          <a:xfrm>
            <a:off x="3348299" y="4421250"/>
            <a:ext cx="4727310" cy="9906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Stable operating system</a:t>
            </a:r>
          </a:p>
        </p:txBody>
      </p:sp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9A652D87-D3A6-81A7-65A1-F2B559F7332C}"/>
              </a:ext>
            </a:extLst>
          </p:cNvPr>
          <p:cNvSpPr/>
          <p:nvPr/>
        </p:nvSpPr>
        <p:spPr>
          <a:xfrm>
            <a:off x="3353712" y="3396528"/>
            <a:ext cx="4727311" cy="9906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 Lightweight and fast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19A50-D001-D52F-FDAA-34034D5D8F12}"/>
              </a:ext>
            </a:extLst>
          </p:cNvPr>
          <p:cNvSpPr/>
          <p:nvPr/>
        </p:nvSpPr>
        <p:spPr>
          <a:xfrm>
            <a:off x="981461" y="304800"/>
            <a:ext cx="6324600" cy="10668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Advantages :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4687088-9F46-70A5-E99E-19D056565EFA}"/>
              </a:ext>
            </a:extLst>
          </p:cNvPr>
          <p:cNvSpPr/>
          <p:nvPr/>
        </p:nvSpPr>
        <p:spPr>
          <a:xfrm rot="5400000">
            <a:off x="7386557" y="1988604"/>
            <a:ext cx="684975" cy="533400"/>
          </a:xfrm>
          <a:prstGeom prst="homePlat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A14323EA-4E5A-0801-A317-0302DA6BDA69}"/>
              </a:ext>
            </a:extLst>
          </p:cNvPr>
          <p:cNvSpPr/>
          <p:nvPr/>
        </p:nvSpPr>
        <p:spPr>
          <a:xfrm rot="5400000">
            <a:off x="7386555" y="6100059"/>
            <a:ext cx="684975" cy="533400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9CF70F67-0184-AF96-27BB-019408598C9A}"/>
              </a:ext>
            </a:extLst>
          </p:cNvPr>
          <p:cNvSpPr/>
          <p:nvPr/>
        </p:nvSpPr>
        <p:spPr>
          <a:xfrm rot="5400000">
            <a:off x="7386557" y="3047449"/>
            <a:ext cx="684975" cy="533400"/>
          </a:xfrm>
          <a:prstGeom prst="homePlat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2F4FB0D-BE3F-E857-84B3-40C9092A93EE}"/>
              </a:ext>
            </a:extLst>
          </p:cNvPr>
          <p:cNvSpPr/>
          <p:nvPr/>
        </p:nvSpPr>
        <p:spPr>
          <a:xfrm rot="5400000">
            <a:off x="7391274" y="4029832"/>
            <a:ext cx="684975" cy="533400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D67DF3EF-8F14-60D0-4D8E-6B888A0F89AE}"/>
              </a:ext>
            </a:extLst>
          </p:cNvPr>
          <p:cNvSpPr/>
          <p:nvPr/>
        </p:nvSpPr>
        <p:spPr>
          <a:xfrm rot="5400000">
            <a:off x="7386556" y="5105567"/>
            <a:ext cx="684975" cy="533400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837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768DD5-2151-EF0D-1348-0EE615A42B83}"/>
              </a:ext>
            </a:extLst>
          </p:cNvPr>
          <p:cNvSpPr/>
          <p:nvPr/>
        </p:nvSpPr>
        <p:spPr>
          <a:xfrm>
            <a:off x="981461" y="291936"/>
            <a:ext cx="6324600" cy="10668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Uses of Linux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43E0B-234C-C496-3D4B-7394BAFF8D2C}"/>
              </a:ext>
            </a:extLst>
          </p:cNvPr>
          <p:cNvSpPr/>
          <p:nvPr/>
        </p:nvSpPr>
        <p:spPr>
          <a:xfrm>
            <a:off x="4418012" y="3229520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Cybersecurity tools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4979-5D7F-CF44-DBE9-F78B1663E7CB}"/>
              </a:ext>
            </a:extLst>
          </p:cNvPr>
          <p:cNvSpPr/>
          <p:nvPr/>
        </p:nvSpPr>
        <p:spPr>
          <a:xfrm>
            <a:off x="1400561" y="3239817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Supercomputers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2A6F1-4A6B-7C0F-2EBB-0E2DD84BD198}"/>
              </a:ext>
            </a:extLst>
          </p:cNvPr>
          <p:cNvSpPr/>
          <p:nvPr/>
        </p:nvSpPr>
        <p:spPr>
          <a:xfrm>
            <a:off x="6094412" y="4939040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Education and research institutions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1892-518A-A6AD-B462-897F2EBED2B3}"/>
              </a:ext>
            </a:extLst>
          </p:cNvPr>
          <p:cNvSpPr/>
          <p:nvPr/>
        </p:nvSpPr>
        <p:spPr>
          <a:xfrm>
            <a:off x="3026289" y="4990528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Embedded systems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0F31D8-86BC-169E-4616-EA33370D5760}"/>
              </a:ext>
            </a:extLst>
          </p:cNvPr>
          <p:cNvSpPr/>
          <p:nvPr/>
        </p:nvSpPr>
        <p:spPr>
          <a:xfrm>
            <a:off x="7466012" y="3218715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Software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58E3E-3C73-7490-3E34-059BCD1A0F82}"/>
              </a:ext>
            </a:extLst>
          </p:cNvPr>
          <p:cNvSpPr/>
          <p:nvPr/>
        </p:nvSpPr>
        <p:spPr>
          <a:xfrm>
            <a:off x="2894012" y="1535699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Servers and    web hosting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A4936E-2B89-153A-9073-EAD1E4A4B627}"/>
              </a:ext>
            </a:extLst>
          </p:cNvPr>
          <p:cNvSpPr/>
          <p:nvPr/>
        </p:nvSpPr>
        <p:spPr>
          <a:xfrm>
            <a:off x="5957587" y="1522059"/>
            <a:ext cx="2743200" cy="15461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Android mobile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85166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8">
        <p:fade/>
      </p:transition>
    </mc:Choice>
    <mc:Fallback xmlns="">
      <p:transition spd="med" advTm="6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1EA950-6B4D-814C-AACC-4CBC283D7D6A}"/>
              </a:ext>
            </a:extLst>
          </p:cNvPr>
          <p:cNvSpPr/>
          <p:nvPr/>
        </p:nvSpPr>
        <p:spPr>
          <a:xfrm>
            <a:off x="1979612" y="609600"/>
            <a:ext cx="2895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Conclusion 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19FFFE-D3FF-BAF5-85B8-A94DFBB3FD62}"/>
              </a:ext>
            </a:extLst>
          </p:cNvPr>
          <p:cNvSpPr/>
          <p:nvPr/>
        </p:nvSpPr>
        <p:spPr>
          <a:xfrm>
            <a:off x="1293812" y="2209800"/>
            <a:ext cx="9753600" cy="3048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Linux is a powerful and flexible operating system.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It is free, secure, and stable 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Widely used in servers, development, and devices 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A great choice for both beginners and professionals . 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864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DF2A43-D27E-3356-A78E-EECCD0D6377D}"/>
              </a:ext>
            </a:extLst>
          </p:cNvPr>
          <p:cNvSpPr/>
          <p:nvPr/>
        </p:nvSpPr>
        <p:spPr>
          <a:xfrm>
            <a:off x="2894012" y="1981200"/>
            <a:ext cx="5562600" cy="2667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320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4873beb7-5857-4685-be1f-d57550cc96c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4301</TotalTime>
  <Words>256</Words>
  <Application>Microsoft Office PowerPoint</Application>
  <PresentationFormat>Custom</PresentationFormat>
  <Paragraphs>91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Tech 16x9</vt:lpstr>
      <vt:lpstr>PowerPoint Presentation</vt:lpstr>
      <vt:lpstr>What is Linux?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limonhasantonoy@gmail.com</dc:creator>
  <cp:lastModifiedBy>limonhasantonoy@gmail.com</cp:lastModifiedBy>
  <cp:revision>5</cp:revision>
  <dcterms:created xsi:type="dcterms:W3CDTF">2026-04-23T04:15:13Z</dcterms:created>
  <dcterms:modified xsi:type="dcterms:W3CDTF">2026-05-03T15:23:34Z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